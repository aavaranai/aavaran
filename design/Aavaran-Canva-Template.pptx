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762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1143000"/>
            <a:ext cx="6934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450" b="1">
                <a:solidFill>
                  <a:srgbClr val="1A1A1A"/>
                </a:solidFill>
                <a:latin typeface="Helvetica Neue"/>
              </a:rPr>
              <a:t>Aavaran — side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714500"/>
            <a:ext cx="6934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>
                <a:solidFill>
                  <a:srgbClr val="6E6E6E"/>
                </a:solidFill>
                <a:latin typeface="Helvetica Neue"/>
              </a:rPr>
              <a:t>Blank canvas. Design whatever you like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28575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E6E6E"/>
                </a:solidFill>
                <a:latin typeface="Helvetica Neue"/>
              </a:rPr>
              <a:t>Page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285750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1A1A1A"/>
                </a:solidFill>
                <a:latin typeface="Helvetica Neue"/>
              </a:rPr>
              <a:t>800 × 1800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3650" y="321945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6E6E6E"/>
                </a:solidFill>
                <a:latin typeface="Helvetica Neue"/>
              </a:rPr>
              <a:t>already set on every page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390525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E6E6E"/>
                </a:solidFill>
                <a:latin typeface="Helvetica Neue"/>
              </a:rPr>
              <a:t>Why that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3650" y="390525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1A1A1A"/>
                </a:solidFill>
                <a:latin typeface="Helvetica Neue"/>
              </a:rPr>
              <a:t>the panel at 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426720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6E6E6E"/>
                </a:solidFill>
                <a:latin typeface="Helvetica Neue"/>
              </a:rPr>
              <a:t>it is really 400 × 900, so halve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" y="4953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E6E6E"/>
                </a:solidFill>
                <a:latin typeface="Helvetica Neue"/>
              </a:rPr>
              <a:t>One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3650" y="495300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1A1A1A"/>
                </a:solidFill>
                <a:latin typeface="Helvetica Neue"/>
              </a:rPr>
              <a:t>use even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3650" y="531495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6E6E6E"/>
                </a:solidFill>
                <a:latin typeface="Helvetica Neue"/>
              </a:rPr>
              <a:t>odd numbers land on half a pixel in the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6096000"/>
            <a:ext cx="693420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75" b="0">
                <a:solidFill>
                  <a:srgbClr val="6E6E6E"/>
                </a:solidFill>
                <a:latin typeface="Helvetica Neue"/>
              </a:rPr>
              <a:t>The grey dashed lines are guides, not constraints. They show where the current design puts its margins. Move them, ignore them or delete them — colour, type, spacing and mood are all yours.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" y="7734300"/>
            <a:ext cx="69342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75" b="0">
                <a:solidFill>
                  <a:srgbClr val="6E6E6E"/>
                </a:solidFill>
                <a:latin typeface="Helvetica Neue"/>
              </a:rPr>
              <a:t>One screen per page. If a screen is longer than the page, carry on to a new page and put -cont after the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" y="8782050"/>
            <a:ext cx="6934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1A1A1A"/>
                </a:solidFill>
                <a:latin typeface="Helvetica Neue"/>
              </a:rPr>
              <a:t>The 18 screens, each on its own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" y="93535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0-launch-screen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93726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before the panel appears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" y="96393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1-idle-server-ready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96583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the first screen anyone sees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" y="99250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2-server-offline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99441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agent can't run; scan still 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" y="102108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3-scan-result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102298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the screen that proves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" y="104965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4-run-complete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105156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result, then the full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" y="107823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5-settings-open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108013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server address and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" y="110680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6-scan-ambiguous-field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110871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hidden, kind not named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" y="113538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7-server-unreachable-repo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113728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how to start the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" y="116395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8-scan-only-package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116586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what the emailed zip shows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" y="119253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9-model-not-installed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119443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offers a 6 GB download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" y="122110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10-page-unreadable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122301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we refuse to call it clean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" y="124968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11-model-downloading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125158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a progress bar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" y="127825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12-scan-only-but-server-up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128016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scan-only, server answered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" y="130683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13-server-version-stale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130873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server older than the extension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" y="133540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14-needs-user-input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133731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it asks you for one value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" y="136398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15-thread-resume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136588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you have been on this site before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" y="139255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16-thread-new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139446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a fresh site, no history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" y="142113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Menlo"/>
              </a:rPr>
              <a:t>17-server-came-up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1423035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>
                <a:solidFill>
                  <a:srgbClr val="6E6E6E"/>
                </a:solidFill>
                <a:latin typeface="Helvetica Neue"/>
              </a:rPr>
              <a:t>it noticed the server start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" y="14878050"/>
            <a:ext cx="69342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E6E6E"/>
                </a:solidFill>
                <a:latin typeface="Helvetica Neue"/>
              </a:rPr>
              <a:t>Sending it back: PNG of each page at 1:1, no scaling, filename = page name. Keep the page names as they are — that is how each design gets matched to the screen it belongs to.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" y="16383000"/>
            <a:ext cx="6934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>
                <a:solidFill>
                  <a:srgbClr val="A6A6A6"/>
                </a:solidFill>
                <a:latin typeface="Helvetica Neue"/>
              </a:rPr>
              <a:t>If the import misbehaves, Canva → Custom size → 800 × 1800 px does the same job.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0-launch-screen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before the panel appears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1-idle-server-ready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the first screen anyone sees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2-server-offline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agent can't run; scan still 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3-scan-result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the screen that proves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4-run-complete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result, then the full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5-settings-open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server address and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6-scan-ambiguous-field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hidden, kind not named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7-server-unreachable-repo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how to start the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8-scan-only-package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what the emailed zip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9-model-not-installed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offers a 6 GB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10-page-unreadable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we refuse to call it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11-model-downloading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a progress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12-scan-only-but-server-up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scan-only, server answered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13-server-version-stale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server older than the 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14-needs-user-input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it asks you for one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15-thread-resume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you have been on this site 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16-thread-new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a fresh site, no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17-server-came-up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it noticed the server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spare-1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spare-2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